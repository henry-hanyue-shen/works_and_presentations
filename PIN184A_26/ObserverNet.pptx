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8" r:id="rId4"/>
    <p:sldId id="274" r:id="rId5"/>
    <p:sldId id="275" r:id="rId6"/>
    <p:sldId id="264" r:id="rId7"/>
    <p:sldId id="276" r:id="rId8"/>
    <p:sldId id="266" r:id="rId9"/>
    <p:sldId id="263" r:id="rId10"/>
    <p:sldId id="277" r:id="rId11"/>
    <p:sldId id="272" r:id="rId12"/>
    <p:sldId id="278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2339"/>
    <a:srgbClr val="AA243A"/>
    <a:srgbClr val="CA2B45"/>
    <a:srgbClr val="9F2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102" autoAdjust="0"/>
    <p:restoredTop sz="94674"/>
  </p:normalViewPr>
  <p:slideViewPr>
    <p:cSldViewPr snapToGrid="0" snapToObjects="1">
      <p:cViewPr>
        <p:scale>
          <a:sx n="75" d="100"/>
          <a:sy n="75" d="100"/>
        </p:scale>
        <p:origin x="5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yue Shen" userId="6eb1fdd709caa60f" providerId="LiveId" clId="{9635B5F6-D384-4B6A-9EE5-EE0C23B5F9AC}"/>
    <pc:docChg chg="undo custSel addSld delSld modSld sldOrd">
      <pc:chgData name="Hanyue Shen" userId="6eb1fdd709caa60f" providerId="LiveId" clId="{9635B5F6-D384-4B6A-9EE5-EE0C23B5F9AC}" dt="2026-04-20T17:04:34.815" v="9005" actId="20577"/>
      <pc:docMkLst>
        <pc:docMk/>
      </pc:docMkLst>
      <pc:sldChg chg="modSp mod">
        <pc:chgData name="Hanyue Shen" userId="6eb1fdd709caa60f" providerId="LiveId" clId="{9635B5F6-D384-4B6A-9EE5-EE0C23B5F9AC}" dt="2026-04-20T17:04:34.815" v="9005" actId="20577"/>
        <pc:sldMkLst>
          <pc:docMk/>
          <pc:sldMk cId="2614278116" sldId="256"/>
        </pc:sldMkLst>
        <pc:spChg chg="mod">
          <ac:chgData name="Hanyue Shen" userId="6eb1fdd709caa60f" providerId="LiveId" clId="{9635B5F6-D384-4B6A-9EE5-EE0C23B5F9AC}" dt="2026-04-20T15:03:38.297" v="5780" actId="20577"/>
          <ac:spMkLst>
            <pc:docMk/>
            <pc:sldMk cId="2614278116" sldId="256"/>
            <ac:spMk id="2" creationId="{EAE5C0FF-A941-2047-9E2B-138CF6CC393B}"/>
          </ac:spMkLst>
        </pc:spChg>
        <pc:spChg chg="mod">
          <ac:chgData name="Hanyue Shen" userId="6eb1fdd709caa60f" providerId="LiveId" clId="{9635B5F6-D384-4B6A-9EE5-EE0C23B5F9AC}" dt="2026-04-20T17:04:34.815" v="9005" actId="20577"/>
          <ac:spMkLst>
            <pc:docMk/>
            <pc:sldMk cId="2614278116" sldId="256"/>
            <ac:spMk id="3" creationId="{4A4F09D1-9876-FB42-A23E-5C4B313C02CF}"/>
          </ac:spMkLst>
        </pc:spChg>
      </pc:sldChg>
      <pc:sldChg chg="addSp modSp del mod">
        <pc:chgData name="Hanyue Shen" userId="6eb1fdd709caa60f" providerId="LiveId" clId="{9635B5F6-D384-4B6A-9EE5-EE0C23B5F9AC}" dt="2026-04-20T15:03:45.587" v="5783" actId="47"/>
        <pc:sldMkLst>
          <pc:docMk/>
          <pc:sldMk cId="2161312677" sldId="257"/>
        </pc:sldMkLst>
      </pc:sldChg>
      <pc:sldChg chg="addSp delSp modSp mod">
        <pc:chgData name="Hanyue Shen" userId="6eb1fdd709caa60f" providerId="LiveId" clId="{9635B5F6-D384-4B6A-9EE5-EE0C23B5F9AC}" dt="2026-04-20T16:57:22.098" v="8254" actId="21"/>
        <pc:sldMkLst>
          <pc:docMk/>
          <pc:sldMk cId="1857662559" sldId="258"/>
        </pc:sldMkLst>
        <pc:spChg chg="mod">
          <ac:chgData name="Hanyue Shen" userId="6eb1fdd709caa60f" providerId="LiveId" clId="{9635B5F6-D384-4B6A-9EE5-EE0C23B5F9AC}" dt="2026-04-20T16:52:42.701" v="8217" actId="20577"/>
          <ac:spMkLst>
            <pc:docMk/>
            <pc:sldMk cId="1857662559" sldId="258"/>
            <ac:spMk id="2" creationId="{8F80AFE5-0646-3A13-6D8B-500A40401DD9}"/>
          </ac:spMkLst>
        </pc:spChg>
        <pc:spChg chg="mod">
          <ac:chgData name="Hanyue Shen" userId="6eb1fdd709caa60f" providerId="LiveId" clId="{9635B5F6-D384-4B6A-9EE5-EE0C23B5F9AC}" dt="2026-04-20T15:08:29.175" v="6154" actId="20577"/>
          <ac:spMkLst>
            <pc:docMk/>
            <pc:sldMk cId="1857662559" sldId="258"/>
            <ac:spMk id="3" creationId="{F46980B2-62AC-262C-75ED-7E39E0BD7694}"/>
          </ac:spMkLst>
        </pc:spChg>
        <pc:picChg chg="del mod">
          <ac:chgData name="Hanyue Shen" userId="6eb1fdd709caa60f" providerId="LiveId" clId="{9635B5F6-D384-4B6A-9EE5-EE0C23B5F9AC}" dt="2026-04-20T15:05:46.071" v="5812" actId="478"/>
          <ac:picMkLst>
            <pc:docMk/>
            <pc:sldMk cId="1857662559" sldId="258"/>
            <ac:picMk id="5" creationId="{7AF15498-7E77-F4FD-4D37-A4AA382ABD14}"/>
          </ac:picMkLst>
        </pc:picChg>
        <pc:picChg chg="add del mod">
          <ac:chgData name="Hanyue Shen" userId="6eb1fdd709caa60f" providerId="LiveId" clId="{9635B5F6-D384-4B6A-9EE5-EE0C23B5F9AC}" dt="2026-04-20T16:57:22.098" v="8254" actId="21"/>
          <ac:picMkLst>
            <pc:docMk/>
            <pc:sldMk cId="1857662559" sldId="258"/>
            <ac:picMk id="6" creationId="{28F749D8-9E5B-E33A-B4BE-16712539AFEF}"/>
          </ac:picMkLst>
        </pc:picChg>
      </pc:sldChg>
      <pc:sldChg chg="addSp delSp modSp del mod">
        <pc:chgData name="Hanyue Shen" userId="6eb1fdd709caa60f" providerId="LiveId" clId="{9635B5F6-D384-4B6A-9EE5-EE0C23B5F9AC}" dt="2026-04-20T15:57:00.601" v="7199" actId="47"/>
        <pc:sldMkLst>
          <pc:docMk/>
          <pc:sldMk cId="1234617729" sldId="260"/>
        </pc:sldMkLst>
      </pc:sldChg>
      <pc:sldChg chg="modSp del mod">
        <pc:chgData name="Hanyue Shen" userId="6eb1fdd709caa60f" providerId="LiveId" clId="{9635B5F6-D384-4B6A-9EE5-EE0C23B5F9AC}" dt="2026-04-20T16:20:54.499" v="7466" actId="47"/>
        <pc:sldMkLst>
          <pc:docMk/>
          <pc:sldMk cId="889486815" sldId="261"/>
        </pc:sldMkLst>
      </pc:sldChg>
      <pc:sldChg chg="del">
        <pc:chgData name="Hanyue Shen" userId="6eb1fdd709caa60f" providerId="LiveId" clId="{9635B5F6-D384-4B6A-9EE5-EE0C23B5F9AC}" dt="2026-04-20T16:20:52.860" v="7465" actId="47"/>
        <pc:sldMkLst>
          <pc:docMk/>
          <pc:sldMk cId="4006642425" sldId="262"/>
        </pc:sldMkLst>
      </pc:sldChg>
      <pc:sldChg chg="delSp modSp mod ord">
        <pc:chgData name="Hanyue Shen" userId="6eb1fdd709caa60f" providerId="LiveId" clId="{9635B5F6-D384-4B6A-9EE5-EE0C23B5F9AC}" dt="2026-04-20T16:51:31.006" v="8204" actId="20577"/>
        <pc:sldMkLst>
          <pc:docMk/>
          <pc:sldMk cId="2586893587" sldId="263"/>
        </pc:sldMkLst>
        <pc:spChg chg="mod">
          <ac:chgData name="Hanyue Shen" userId="6eb1fdd709caa60f" providerId="LiveId" clId="{9635B5F6-D384-4B6A-9EE5-EE0C23B5F9AC}" dt="2026-04-20T16:51:31.006" v="8204" actId="20577"/>
          <ac:spMkLst>
            <pc:docMk/>
            <pc:sldMk cId="2586893587" sldId="263"/>
            <ac:spMk id="2" creationId="{74D303B1-574E-60C1-F2BB-1E8DE608AA0A}"/>
          </ac:spMkLst>
        </pc:spChg>
        <pc:spChg chg="mod">
          <ac:chgData name="Hanyue Shen" userId="6eb1fdd709caa60f" providerId="LiveId" clId="{9635B5F6-D384-4B6A-9EE5-EE0C23B5F9AC}" dt="2026-04-20T16:46:47.802" v="7866" actId="20577"/>
          <ac:spMkLst>
            <pc:docMk/>
            <pc:sldMk cId="2586893587" sldId="263"/>
            <ac:spMk id="3" creationId="{AED40B99-5DED-4842-1806-2CF33B38BCEB}"/>
          </ac:spMkLst>
        </pc:spChg>
        <pc:picChg chg="del mod">
          <ac:chgData name="Hanyue Shen" userId="6eb1fdd709caa60f" providerId="LiveId" clId="{9635B5F6-D384-4B6A-9EE5-EE0C23B5F9AC}" dt="2026-04-20T16:45:56.506" v="7538" actId="478"/>
          <ac:picMkLst>
            <pc:docMk/>
            <pc:sldMk cId="2586893587" sldId="263"/>
            <ac:picMk id="5" creationId="{45612226-0126-5A4F-197C-1DD9E531C642}"/>
          </ac:picMkLst>
        </pc:picChg>
      </pc:sldChg>
      <pc:sldChg chg="modSp mod">
        <pc:chgData name="Hanyue Shen" userId="6eb1fdd709caa60f" providerId="LiveId" clId="{9635B5F6-D384-4B6A-9EE5-EE0C23B5F9AC}" dt="2026-04-20T15:57:43.480" v="7463" actId="20577"/>
        <pc:sldMkLst>
          <pc:docMk/>
          <pc:sldMk cId="2697247950" sldId="264"/>
        </pc:sldMkLst>
        <pc:spChg chg="mod">
          <ac:chgData name="Hanyue Shen" userId="6eb1fdd709caa60f" providerId="LiveId" clId="{9635B5F6-D384-4B6A-9EE5-EE0C23B5F9AC}" dt="2026-03-23T22:18:44.998" v="5017" actId="2711"/>
          <ac:spMkLst>
            <pc:docMk/>
            <pc:sldMk cId="2697247950" sldId="264"/>
            <ac:spMk id="2" creationId="{7AFDC0A1-2322-AF46-2931-7FA516A4F227}"/>
          </ac:spMkLst>
        </pc:spChg>
        <pc:spChg chg="mod">
          <ac:chgData name="Hanyue Shen" userId="6eb1fdd709caa60f" providerId="LiveId" clId="{9635B5F6-D384-4B6A-9EE5-EE0C23B5F9AC}" dt="2026-04-20T15:57:43.480" v="7463" actId="20577"/>
          <ac:spMkLst>
            <pc:docMk/>
            <pc:sldMk cId="2697247950" sldId="264"/>
            <ac:spMk id="3" creationId="{AEF03C5A-81EB-40F1-31CE-6D52FD526600}"/>
          </ac:spMkLst>
        </pc:spChg>
      </pc:sldChg>
      <pc:sldChg chg="addSp delSp modSp del mod">
        <pc:chgData name="Hanyue Shen" userId="6eb1fdd709caa60f" providerId="LiveId" clId="{9635B5F6-D384-4B6A-9EE5-EE0C23B5F9AC}" dt="2026-04-20T16:52:56.663" v="8224" actId="47"/>
        <pc:sldMkLst>
          <pc:docMk/>
          <pc:sldMk cId="347840152" sldId="265"/>
        </pc:sldMkLst>
      </pc:sldChg>
      <pc:sldChg chg="addSp delSp modSp mod">
        <pc:chgData name="Hanyue Shen" userId="6eb1fdd709caa60f" providerId="LiveId" clId="{9635B5F6-D384-4B6A-9EE5-EE0C23B5F9AC}" dt="2026-04-20T16:50:21.158" v="7887" actId="20577"/>
        <pc:sldMkLst>
          <pc:docMk/>
          <pc:sldMk cId="3513612085" sldId="266"/>
        </pc:sldMkLst>
        <pc:spChg chg="mod">
          <ac:chgData name="Hanyue Shen" userId="6eb1fdd709caa60f" providerId="LiveId" clId="{9635B5F6-D384-4B6A-9EE5-EE0C23B5F9AC}" dt="2026-04-20T16:50:21.158" v="7887" actId="20577"/>
          <ac:spMkLst>
            <pc:docMk/>
            <pc:sldMk cId="3513612085" sldId="266"/>
            <ac:spMk id="2" creationId="{73CDE29D-D5EE-5F77-F8C8-C51B32A1F160}"/>
          </ac:spMkLst>
        </pc:spChg>
        <pc:spChg chg="del mod">
          <ac:chgData name="Hanyue Shen" userId="6eb1fdd709caa60f" providerId="LiveId" clId="{9635B5F6-D384-4B6A-9EE5-EE0C23B5F9AC}" dt="2026-04-20T16:45:16.008" v="7520" actId="22"/>
          <ac:spMkLst>
            <pc:docMk/>
            <pc:sldMk cId="3513612085" sldId="266"/>
            <ac:spMk id="3" creationId="{109DCF75-3FA4-A724-9E69-5DFE2A8F407D}"/>
          </ac:spMkLst>
        </pc:spChg>
        <pc:picChg chg="add mod ord">
          <ac:chgData name="Hanyue Shen" userId="6eb1fdd709caa60f" providerId="LiveId" clId="{9635B5F6-D384-4B6A-9EE5-EE0C23B5F9AC}" dt="2026-04-20T16:45:18.166" v="7521" actId="1076"/>
          <ac:picMkLst>
            <pc:docMk/>
            <pc:sldMk cId="3513612085" sldId="266"/>
            <ac:picMk id="5" creationId="{5628C4C1-B336-F643-2780-02AF391F5DA7}"/>
          </ac:picMkLst>
        </pc:picChg>
        <pc:picChg chg="add del mod">
          <ac:chgData name="Hanyue Shen" userId="6eb1fdd709caa60f" providerId="LiveId" clId="{9635B5F6-D384-4B6A-9EE5-EE0C23B5F9AC}" dt="2026-04-20T16:45:13.668" v="7518" actId="478"/>
          <ac:picMkLst>
            <pc:docMk/>
            <pc:sldMk cId="3513612085" sldId="266"/>
            <ac:picMk id="6" creationId="{53681084-C236-CBF8-59E5-12CC5E67A73A}"/>
          </ac:picMkLst>
        </pc:picChg>
      </pc:sldChg>
      <pc:sldChg chg="addSp delSp modSp add mod ord">
        <pc:chgData name="Hanyue Shen" userId="6eb1fdd709caa60f" providerId="LiveId" clId="{9635B5F6-D384-4B6A-9EE5-EE0C23B5F9AC}" dt="2026-04-20T16:57:27.736" v="8259" actId="1076"/>
        <pc:sldMkLst>
          <pc:docMk/>
          <pc:sldMk cId="4091506025" sldId="267"/>
        </pc:sldMkLst>
        <pc:spChg chg="mod">
          <ac:chgData name="Hanyue Shen" userId="6eb1fdd709caa60f" providerId="LiveId" clId="{9635B5F6-D384-4B6A-9EE5-EE0C23B5F9AC}" dt="2026-04-20T15:08:39.349" v="6176" actId="20577"/>
          <ac:spMkLst>
            <pc:docMk/>
            <pc:sldMk cId="4091506025" sldId="267"/>
            <ac:spMk id="2" creationId="{7C28F6CA-3039-8C4F-CDAD-AB24DF777D05}"/>
          </ac:spMkLst>
        </pc:spChg>
        <pc:spChg chg="mod">
          <ac:chgData name="Hanyue Shen" userId="6eb1fdd709caa60f" providerId="LiveId" clId="{9635B5F6-D384-4B6A-9EE5-EE0C23B5F9AC}" dt="2026-04-20T15:21:59.978" v="6631" actId="20577"/>
          <ac:spMkLst>
            <pc:docMk/>
            <pc:sldMk cId="4091506025" sldId="267"/>
            <ac:spMk id="3" creationId="{DE7BBA82-84DC-FE65-65F7-2C6A968CF623}"/>
          </ac:spMkLst>
        </pc:spChg>
        <pc:picChg chg="add mod">
          <ac:chgData name="Hanyue Shen" userId="6eb1fdd709caa60f" providerId="LiveId" clId="{9635B5F6-D384-4B6A-9EE5-EE0C23B5F9AC}" dt="2026-04-20T16:57:27.736" v="8259" actId="1076"/>
          <ac:picMkLst>
            <pc:docMk/>
            <pc:sldMk cId="4091506025" sldId="267"/>
            <ac:picMk id="6" creationId="{28F749D8-9E5B-E33A-B4BE-16712539AFEF}"/>
          </ac:picMkLst>
        </pc:picChg>
      </pc:sldChg>
      <pc:sldChg chg="addSp delSp modSp add del mod">
        <pc:chgData name="Hanyue Shen" userId="6eb1fdd709caa60f" providerId="LiveId" clId="{9635B5F6-D384-4B6A-9EE5-EE0C23B5F9AC}" dt="2026-04-20T16:52:55.841" v="8223" actId="47"/>
        <pc:sldMkLst>
          <pc:docMk/>
          <pc:sldMk cId="1020049488" sldId="268"/>
        </pc:sldMkLst>
      </pc:sldChg>
      <pc:sldChg chg="modSp add del mod">
        <pc:chgData name="Hanyue Shen" userId="6eb1fdd709caa60f" providerId="LiveId" clId="{9635B5F6-D384-4B6A-9EE5-EE0C23B5F9AC}" dt="2026-04-20T16:52:54.500" v="8222" actId="47"/>
        <pc:sldMkLst>
          <pc:docMk/>
          <pc:sldMk cId="1766734963" sldId="269"/>
        </pc:sldMkLst>
      </pc:sldChg>
      <pc:sldChg chg="addSp delSp modSp add del mod">
        <pc:chgData name="Hanyue Shen" userId="6eb1fdd709caa60f" providerId="LiveId" clId="{9635B5F6-D384-4B6A-9EE5-EE0C23B5F9AC}" dt="2026-04-20T16:52:53.097" v="8221" actId="47"/>
        <pc:sldMkLst>
          <pc:docMk/>
          <pc:sldMk cId="1813600528" sldId="270"/>
        </pc:sldMkLst>
      </pc:sldChg>
      <pc:sldChg chg="addSp modSp new del mod">
        <pc:chgData name="Hanyue Shen" userId="6eb1fdd709caa60f" providerId="LiveId" clId="{9635B5F6-D384-4B6A-9EE5-EE0C23B5F9AC}" dt="2026-04-20T16:52:51.995" v="8220" actId="47"/>
        <pc:sldMkLst>
          <pc:docMk/>
          <pc:sldMk cId="2734994274" sldId="271"/>
        </pc:sldMkLst>
      </pc:sldChg>
      <pc:sldChg chg="modSp new mod">
        <pc:chgData name="Hanyue Shen" userId="6eb1fdd709caa60f" providerId="LiveId" clId="{9635B5F6-D384-4B6A-9EE5-EE0C23B5F9AC}" dt="2026-04-20T17:02:51.128" v="8701" actId="20577"/>
        <pc:sldMkLst>
          <pc:docMk/>
          <pc:sldMk cId="1874854819" sldId="272"/>
        </pc:sldMkLst>
        <pc:spChg chg="mod">
          <ac:chgData name="Hanyue Shen" userId="6eb1fdd709caa60f" providerId="LiveId" clId="{9635B5F6-D384-4B6A-9EE5-EE0C23B5F9AC}" dt="2026-03-23T19:54:20.502" v="2390" actId="2711"/>
          <ac:spMkLst>
            <pc:docMk/>
            <pc:sldMk cId="1874854819" sldId="272"/>
            <ac:spMk id="2" creationId="{D43BA2A1-4D98-CE8F-82EC-7E491FD99215}"/>
          </ac:spMkLst>
        </pc:spChg>
        <pc:spChg chg="mod">
          <ac:chgData name="Hanyue Shen" userId="6eb1fdd709caa60f" providerId="LiveId" clId="{9635B5F6-D384-4B6A-9EE5-EE0C23B5F9AC}" dt="2026-04-20T17:02:51.128" v="8701" actId="20577"/>
          <ac:spMkLst>
            <pc:docMk/>
            <pc:sldMk cId="1874854819" sldId="272"/>
            <ac:spMk id="3" creationId="{3E7BA22A-54DE-950E-7203-CF210FDBB8F5}"/>
          </ac:spMkLst>
        </pc:spChg>
      </pc:sldChg>
      <pc:sldChg chg="modSp new mod">
        <pc:chgData name="Hanyue Shen" userId="6eb1fdd709caa60f" providerId="LiveId" clId="{9635B5F6-D384-4B6A-9EE5-EE0C23B5F9AC}" dt="2026-03-23T19:56:40.218" v="3024" actId="2711"/>
        <pc:sldMkLst>
          <pc:docMk/>
          <pc:sldMk cId="1670969199" sldId="273"/>
        </pc:sldMkLst>
        <pc:spChg chg="mod">
          <ac:chgData name="Hanyue Shen" userId="6eb1fdd709caa60f" providerId="LiveId" clId="{9635B5F6-D384-4B6A-9EE5-EE0C23B5F9AC}" dt="2026-03-23T19:56:40.218" v="3024" actId="2711"/>
          <ac:spMkLst>
            <pc:docMk/>
            <pc:sldMk cId="1670969199" sldId="273"/>
            <ac:spMk id="2" creationId="{1927F338-AD92-D3F0-EFAA-217A07124E7E}"/>
          </ac:spMkLst>
        </pc:spChg>
        <pc:spChg chg="mod">
          <ac:chgData name="Hanyue Shen" userId="6eb1fdd709caa60f" providerId="LiveId" clId="{9635B5F6-D384-4B6A-9EE5-EE0C23B5F9AC}" dt="2026-03-23T19:56:37.606" v="3023" actId="2711"/>
          <ac:spMkLst>
            <pc:docMk/>
            <pc:sldMk cId="1670969199" sldId="273"/>
            <ac:spMk id="3" creationId="{BBD6952B-9B39-D937-D391-2A4CB2437E29}"/>
          </ac:spMkLst>
        </pc:spChg>
      </pc:sldChg>
      <pc:sldChg chg="addSp delSp modSp add mod">
        <pc:chgData name="Hanyue Shen" userId="6eb1fdd709caa60f" providerId="LiveId" clId="{9635B5F6-D384-4B6A-9EE5-EE0C23B5F9AC}" dt="2026-04-20T15:31:38.596" v="7021" actId="5793"/>
        <pc:sldMkLst>
          <pc:docMk/>
          <pc:sldMk cId="1430445389" sldId="274"/>
        </pc:sldMkLst>
        <pc:spChg chg="mod">
          <ac:chgData name="Hanyue Shen" userId="6eb1fdd709caa60f" providerId="LiveId" clId="{9635B5F6-D384-4B6A-9EE5-EE0C23B5F9AC}" dt="2026-03-23T21:20:20.047" v="3456" actId="20577"/>
          <ac:spMkLst>
            <pc:docMk/>
            <pc:sldMk cId="1430445389" sldId="274"/>
            <ac:spMk id="2" creationId="{744594EB-0044-B75A-4071-069537D8E4EB}"/>
          </ac:spMkLst>
        </pc:spChg>
        <pc:spChg chg="mod">
          <ac:chgData name="Hanyue Shen" userId="6eb1fdd709caa60f" providerId="LiveId" clId="{9635B5F6-D384-4B6A-9EE5-EE0C23B5F9AC}" dt="2026-04-20T15:31:38.596" v="7021" actId="5793"/>
          <ac:spMkLst>
            <pc:docMk/>
            <pc:sldMk cId="1430445389" sldId="274"/>
            <ac:spMk id="3" creationId="{087CE205-6E3D-F3C5-47C8-6B45FECB9B48}"/>
          </ac:spMkLst>
        </pc:spChg>
        <pc:spChg chg="add del mod">
          <ac:chgData name="Hanyue Shen" userId="6eb1fdd709caa60f" providerId="LiveId" clId="{9635B5F6-D384-4B6A-9EE5-EE0C23B5F9AC}" dt="2026-04-20T15:30:57.866" v="6843" actId="478"/>
          <ac:spMkLst>
            <pc:docMk/>
            <pc:sldMk cId="1430445389" sldId="274"/>
            <ac:spMk id="4" creationId="{BAC760D8-063B-A0B6-9DD0-3770D460C0B2}"/>
          </ac:spMkLst>
        </pc:spChg>
        <pc:picChg chg="add del mod">
          <ac:chgData name="Hanyue Shen" userId="6eb1fdd709caa60f" providerId="LiveId" clId="{9635B5F6-D384-4B6A-9EE5-EE0C23B5F9AC}" dt="2026-04-20T15:30:55.458" v="6841" actId="478"/>
          <ac:picMkLst>
            <pc:docMk/>
            <pc:sldMk cId="1430445389" sldId="274"/>
            <ac:picMk id="5" creationId="{680E8CDF-AE63-FB87-0943-CAF84D7864A0}"/>
          </ac:picMkLst>
        </pc:picChg>
      </pc:sldChg>
      <pc:sldChg chg="addSp delSp modSp add mod">
        <pc:chgData name="Hanyue Shen" userId="6eb1fdd709caa60f" providerId="LiveId" clId="{9635B5F6-D384-4B6A-9EE5-EE0C23B5F9AC}" dt="2026-04-20T15:32:18.121" v="7198" actId="20577"/>
        <pc:sldMkLst>
          <pc:docMk/>
          <pc:sldMk cId="1718010874" sldId="275"/>
        </pc:sldMkLst>
        <pc:spChg chg="mod">
          <ac:chgData name="Hanyue Shen" userId="6eb1fdd709caa60f" providerId="LiveId" clId="{9635B5F6-D384-4B6A-9EE5-EE0C23B5F9AC}" dt="2026-03-23T21:31:41.105" v="3781" actId="20577"/>
          <ac:spMkLst>
            <pc:docMk/>
            <pc:sldMk cId="1718010874" sldId="275"/>
            <ac:spMk id="2" creationId="{222B4FF5-9EBF-BE73-6F47-E5F77E4C6F1A}"/>
          </ac:spMkLst>
        </pc:spChg>
        <pc:spChg chg="mod">
          <ac:chgData name="Hanyue Shen" userId="6eb1fdd709caa60f" providerId="LiveId" clId="{9635B5F6-D384-4B6A-9EE5-EE0C23B5F9AC}" dt="2026-04-20T15:32:18.121" v="7198" actId="20577"/>
          <ac:spMkLst>
            <pc:docMk/>
            <pc:sldMk cId="1718010874" sldId="275"/>
            <ac:spMk id="3" creationId="{AE883879-F442-8580-132B-8A4D63FC8D39}"/>
          </ac:spMkLst>
        </pc:spChg>
      </pc:sldChg>
      <pc:sldChg chg="addSp delSp modSp new mod">
        <pc:chgData name="Hanyue Shen" userId="6eb1fdd709caa60f" providerId="LiveId" clId="{9635B5F6-D384-4B6A-9EE5-EE0C23B5F9AC}" dt="2026-04-20T16:44:34.172" v="7506" actId="1076"/>
        <pc:sldMkLst>
          <pc:docMk/>
          <pc:sldMk cId="121457455" sldId="276"/>
        </pc:sldMkLst>
        <pc:spChg chg="mod">
          <ac:chgData name="Hanyue Shen" userId="6eb1fdd709caa60f" providerId="LiveId" clId="{9635B5F6-D384-4B6A-9EE5-EE0C23B5F9AC}" dt="2026-04-20T16:21:37.580" v="7489" actId="20577"/>
          <ac:spMkLst>
            <pc:docMk/>
            <pc:sldMk cId="121457455" sldId="276"/>
            <ac:spMk id="2" creationId="{8D60F45C-92EF-8C2F-2285-608EA174D860}"/>
          </ac:spMkLst>
        </pc:spChg>
        <pc:spChg chg="del">
          <ac:chgData name="Hanyue Shen" userId="6eb1fdd709caa60f" providerId="LiveId" clId="{9635B5F6-D384-4B6A-9EE5-EE0C23B5F9AC}" dt="2026-04-20T16:21:38.780" v="7490" actId="22"/>
          <ac:spMkLst>
            <pc:docMk/>
            <pc:sldMk cId="121457455" sldId="276"/>
            <ac:spMk id="3" creationId="{7915F8D1-8197-7786-D5E5-DBBF818A0668}"/>
          </ac:spMkLst>
        </pc:spChg>
        <pc:spChg chg="add mod">
          <ac:chgData name="Hanyue Shen" userId="6eb1fdd709caa60f" providerId="LiveId" clId="{9635B5F6-D384-4B6A-9EE5-EE0C23B5F9AC}" dt="2026-04-20T16:42:12.439" v="7495" actId="478"/>
          <ac:spMkLst>
            <pc:docMk/>
            <pc:sldMk cId="121457455" sldId="276"/>
            <ac:spMk id="7" creationId="{05220BD6-E23D-F296-5DED-B2AC1D945FBA}"/>
          </ac:spMkLst>
        </pc:spChg>
        <pc:picChg chg="add del mod ord">
          <ac:chgData name="Hanyue Shen" userId="6eb1fdd709caa60f" providerId="LiveId" clId="{9635B5F6-D384-4B6A-9EE5-EE0C23B5F9AC}" dt="2026-04-20T16:42:12.439" v="7495" actId="478"/>
          <ac:picMkLst>
            <pc:docMk/>
            <pc:sldMk cId="121457455" sldId="276"/>
            <ac:picMk id="5" creationId="{FFFB2EBD-8B72-8224-A619-4024CD591427}"/>
          </ac:picMkLst>
        </pc:picChg>
        <pc:picChg chg="add mod">
          <ac:chgData name="Hanyue Shen" userId="6eb1fdd709caa60f" providerId="LiveId" clId="{9635B5F6-D384-4B6A-9EE5-EE0C23B5F9AC}" dt="2026-04-20T16:44:34.172" v="7506" actId="1076"/>
          <ac:picMkLst>
            <pc:docMk/>
            <pc:sldMk cId="121457455" sldId="276"/>
            <ac:picMk id="9" creationId="{F4C40FA2-304B-8A47-A060-6D1D8647A157}"/>
          </ac:picMkLst>
        </pc:picChg>
      </pc:sldChg>
      <pc:sldChg chg="modSp add del mod">
        <pc:chgData name="Hanyue Shen" userId="6eb1fdd709caa60f" providerId="LiveId" clId="{9635B5F6-D384-4B6A-9EE5-EE0C23B5F9AC}" dt="2026-04-20T16:20:48.118" v="7464" actId="47"/>
        <pc:sldMkLst>
          <pc:docMk/>
          <pc:sldMk cId="2583996132" sldId="276"/>
        </pc:sldMkLst>
      </pc:sldChg>
      <pc:sldChg chg="addSp delSp modSp new mod">
        <pc:chgData name="Hanyue Shen" userId="6eb1fdd709caa60f" providerId="LiveId" clId="{9635B5F6-D384-4B6A-9EE5-EE0C23B5F9AC}" dt="2026-04-20T16:56:54.841" v="8250" actId="20577"/>
        <pc:sldMkLst>
          <pc:docMk/>
          <pc:sldMk cId="3276720501" sldId="277"/>
        </pc:sldMkLst>
        <pc:spChg chg="mod">
          <ac:chgData name="Hanyue Shen" userId="6eb1fdd709caa60f" providerId="LiveId" clId="{9635B5F6-D384-4B6A-9EE5-EE0C23B5F9AC}" dt="2026-04-20T16:56:54.841" v="8250" actId="20577"/>
          <ac:spMkLst>
            <pc:docMk/>
            <pc:sldMk cId="3276720501" sldId="277"/>
            <ac:spMk id="2" creationId="{97DAF04D-E193-7B37-5825-B013131F6457}"/>
          </ac:spMkLst>
        </pc:spChg>
        <pc:spChg chg="add del mod">
          <ac:chgData name="Hanyue Shen" userId="6eb1fdd709caa60f" providerId="LiveId" clId="{9635B5F6-D384-4B6A-9EE5-EE0C23B5F9AC}" dt="2026-04-20T16:51:07.935" v="8145" actId="20577"/>
          <ac:spMkLst>
            <pc:docMk/>
            <pc:sldMk cId="3276720501" sldId="277"/>
            <ac:spMk id="3" creationId="{E57C880B-7C68-0D50-08C4-EE6D552687DC}"/>
          </ac:spMkLst>
        </pc:spChg>
        <pc:picChg chg="add del mod ord">
          <ac:chgData name="Hanyue Shen" userId="6eb1fdd709caa60f" providerId="LiveId" clId="{9635B5F6-D384-4B6A-9EE5-EE0C23B5F9AC}" dt="2026-04-20T16:50:27.841" v="7890" actId="22"/>
          <ac:picMkLst>
            <pc:docMk/>
            <pc:sldMk cId="3276720501" sldId="277"/>
            <ac:picMk id="5" creationId="{792B863D-6717-D12C-E1A2-4C5F54A8C920}"/>
          </ac:picMkLst>
        </pc:picChg>
        <pc:picChg chg="add mod">
          <ac:chgData name="Hanyue Shen" userId="6eb1fdd709caa60f" providerId="LiveId" clId="{9635B5F6-D384-4B6A-9EE5-EE0C23B5F9AC}" dt="2026-04-20T16:53:04.607" v="8225" actId="14100"/>
          <ac:picMkLst>
            <pc:docMk/>
            <pc:sldMk cId="3276720501" sldId="277"/>
            <ac:picMk id="7" creationId="{B3DD35B2-07D9-AAB7-248C-C8207337FB5E}"/>
          </ac:picMkLst>
        </pc:picChg>
      </pc:sldChg>
      <pc:sldChg chg="addSp delSp modSp new mod">
        <pc:chgData name="Hanyue Shen" userId="6eb1fdd709caa60f" providerId="LiveId" clId="{9635B5F6-D384-4B6A-9EE5-EE0C23B5F9AC}" dt="2026-04-20T17:04:15.864" v="8942" actId="20577"/>
        <pc:sldMkLst>
          <pc:docMk/>
          <pc:sldMk cId="2011744477" sldId="278"/>
        </pc:sldMkLst>
        <pc:spChg chg="mod">
          <ac:chgData name="Hanyue Shen" userId="6eb1fdd709caa60f" providerId="LiveId" clId="{9635B5F6-D384-4B6A-9EE5-EE0C23B5F9AC}" dt="2026-04-20T17:04:15.864" v="8942" actId="20577"/>
          <ac:spMkLst>
            <pc:docMk/>
            <pc:sldMk cId="2011744477" sldId="278"/>
            <ac:spMk id="2" creationId="{1045E5F4-A518-C3EF-B60F-25BDBC4D5A7D}"/>
          </ac:spMkLst>
        </pc:spChg>
        <pc:spChg chg="add del mod">
          <ac:chgData name="Hanyue Shen" userId="6eb1fdd709caa60f" providerId="LiveId" clId="{9635B5F6-D384-4B6A-9EE5-EE0C23B5F9AC}" dt="2026-04-20T17:04:10.229" v="8909" actId="20577"/>
          <ac:spMkLst>
            <pc:docMk/>
            <pc:sldMk cId="2011744477" sldId="278"/>
            <ac:spMk id="3" creationId="{5B416E43-6010-B113-3259-1EE3A58D39D5}"/>
          </ac:spMkLst>
        </pc:spChg>
        <pc:picChg chg="add del mod ord">
          <ac:chgData name="Hanyue Shen" userId="6eb1fdd709caa60f" providerId="LiveId" clId="{9635B5F6-D384-4B6A-9EE5-EE0C23B5F9AC}" dt="2026-04-20T17:03:45.187" v="8739" actId="22"/>
          <ac:picMkLst>
            <pc:docMk/>
            <pc:sldMk cId="2011744477" sldId="278"/>
            <ac:picMk id="5" creationId="{B3034125-55C7-6BE1-19C0-329DF5A76A46}"/>
          </ac:picMkLst>
        </pc:picChg>
        <pc:picChg chg="add mod">
          <ac:chgData name="Hanyue Shen" userId="6eb1fdd709caa60f" providerId="LiveId" clId="{9635B5F6-D384-4B6A-9EE5-EE0C23B5F9AC}" dt="2026-04-20T17:04:12.068" v="8911" actId="1076"/>
          <ac:picMkLst>
            <pc:docMk/>
            <pc:sldMk cId="2011744477" sldId="278"/>
            <ac:picMk id="7" creationId="{5386C08F-1A96-75FD-AD1A-0D690E53B6F0}"/>
          </ac:picMkLst>
        </pc:picChg>
      </pc:sldChg>
      <pc:sldChg chg="addSp delSp modSp add del mod">
        <pc:chgData name="Hanyue Shen" userId="6eb1fdd709caa60f" providerId="LiveId" clId="{9635B5F6-D384-4B6A-9EE5-EE0C23B5F9AC}" dt="2026-04-20T16:51:26.349" v="8183" actId="47"/>
        <pc:sldMkLst>
          <pc:docMk/>
          <pc:sldMk cId="3999219879" sldId="278"/>
        </pc:sldMkLst>
        <pc:spChg chg="mod">
          <ac:chgData name="Hanyue Shen" userId="6eb1fdd709caa60f" providerId="LiveId" clId="{9635B5F6-D384-4B6A-9EE5-EE0C23B5F9AC}" dt="2026-04-20T16:51:23.570" v="8182" actId="20577"/>
          <ac:spMkLst>
            <pc:docMk/>
            <pc:sldMk cId="3999219879" sldId="278"/>
            <ac:spMk id="2" creationId="{097DF120-9E4E-4E34-5A75-FB0B35B0D6A9}"/>
          </ac:spMkLst>
        </pc:spChg>
        <pc:spChg chg="add mod">
          <ac:chgData name="Hanyue Shen" userId="6eb1fdd709caa60f" providerId="LiveId" clId="{9635B5F6-D384-4B6A-9EE5-EE0C23B5F9AC}" dt="2026-04-20T16:51:21.104" v="8169" actId="478"/>
          <ac:spMkLst>
            <pc:docMk/>
            <pc:sldMk cId="3999219879" sldId="278"/>
            <ac:spMk id="4" creationId="{94EB5A17-CD69-FC93-7D3A-8A852071E8D0}"/>
          </ac:spMkLst>
        </pc:spChg>
        <pc:picChg chg="del">
          <ac:chgData name="Hanyue Shen" userId="6eb1fdd709caa60f" providerId="LiveId" clId="{9635B5F6-D384-4B6A-9EE5-EE0C23B5F9AC}" dt="2026-04-20T16:51:21.104" v="8169" actId="478"/>
          <ac:picMkLst>
            <pc:docMk/>
            <pc:sldMk cId="3999219879" sldId="278"/>
            <ac:picMk id="5" creationId="{0FCFC6EC-B832-6C60-4DA8-49740F8C7A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45BA-F087-B04A-9BAD-1B8EAFB6E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57D41-375F-3D48-A4E8-0ABC5547F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11701-C700-FB40-A42D-A8D758BA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2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EA7F-6C43-324A-B497-80BE428E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2D6A-CFBA-994E-8056-6BA5ADB1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84DDC-F8DC-2946-A753-A0D91621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8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9317-5541-2449-9622-C02D903D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3EE2A-9D2E-2E4C-B72C-F3A26ADE3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A891F-0E9B-3545-8F25-0DC0752BA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76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C04C-6CD5-C746-8BDB-D0161F59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9BC1A-AA20-1F42-A30D-97EC7D7BA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8CCEF-3388-9B47-A3DA-BC5C048B9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5D26B-F7AA-B747-ADA3-B4822A95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0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6349-DECE-4C43-B07B-A1DB3DF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C2B7E-1F80-B341-B778-55C75DCB3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9F8BE-E91C-BC43-8E44-900277A1F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9B47C-07C0-174E-BD1E-648ABF9E7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C2702-D4AA-4248-8204-DD3DB7AD3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7BC4C-C751-144F-9B5B-636295C2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30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808A-5E07-B344-BC70-FD57D4A3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3287C-0136-234F-86B6-8F0141992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49C07-80A1-8E4A-A061-FE95BCBE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2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5B01-ED2C-444C-97C5-FC568013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A3E35-EAC9-7F4C-8944-44E0C094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EC55C-F05B-244A-BC44-A1FC4B10B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B6E44-137A-BC4B-9094-68E03857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393C-F3CF-5F49-8477-E47538F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8F10E-E362-B946-81F4-86A1C46F5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70286-CBA9-0940-A78C-21655D477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278F3-6870-A043-8ABA-A34F53A5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2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C055-D0EA-344B-B825-0D65104D3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9EFD9-EB14-CA4A-B315-92DE827E8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58E4-7E9B-674D-A657-5977E9D4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D8B51A-D9DA-C448-B63F-D49280439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DFEB4-45F3-8648-B4A4-F27ACE1F1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7DCAC-4783-9249-BCA7-2F60C41D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3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2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426FC-060C-1843-BDC3-BE02EBD6B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CF784-699E-2748-98F0-957845C6D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C58C-856A-BF40-899F-AAE9652AB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DC117B-5BC4-FE4F-B49F-5301F0EAC9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r="72950"/>
          <a:stretch/>
        </p:blipFill>
        <p:spPr>
          <a:xfrm>
            <a:off x="10648370" y="5026967"/>
            <a:ext cx="1162630" cy="183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85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C0FF-A941-2047-9E2B-138CF6CC3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ObserverNet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Topological Prior Framework on Sea State Recognition</a:t>
            </a:r>
            <a:endParaRPr lang="en-US" sz="33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F09D1-9876-FB42-A23E-5C4B313C0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Henry Shen, PIN 184A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Stevens Institute of Technology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Civil, Environmental, and Ocean Engineering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Stevens Institute of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61427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D061-A0B6-9007-E9FC-9EB0618A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F6CA-3039-8C4F-CDAD-AB24DF77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BBA82-84DC-FE65-65F7-2C6A968CF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dataset with clips from videos that evaluate CV models’ performance on classifying sea states.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Oceanographically, such classification is completed by separating and analyzing the main wave.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models for recognition help US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to deploy suitable countermeasures to unfavorable conditions.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749D8-9E5B-E33A-B4BE-16712539A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83" y="4533713"/>
            <a:ext cx="1959162" cy="195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06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AFE5-0646-3A13-6D8B-500A4040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980B2-62AC-262C-75ED-7E39E0BD7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tend to overfit, especially with millions of parameters trained on dataset containing elements far smaller than its expressivity capacity.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generalization gap (test performance – train performance) is crucial for industry applications to ensure the stability of the model.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6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426D-28A0-67DC-0D2C-1561345E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94EB-0044-B75A-4071-069537D8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Solutions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CE205-6E3D-F3C5-47C8-6B45FECB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(~81%, &gt;15% generalization gap)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(published with MU-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reaching 88.7, no statistical or overfitting report.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Remark: current models have millions of parameters; they are bound to overparameterize. They merely reach their accuracy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pushing this test accuracy very high.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44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DEE8-E8B4-5C7E-C8B3-7A25A9AC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4FF5-9EBF-BE73-6F47-E5F77E4C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Addressed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3879-F442-8580-132B-8A4D63FC8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topological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reaction-diffusion equation mitigate gap?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 smaller model that can be better deployed to edge devices reach similar capacity?</a:t>
            </a:r>
          </a:p>
        </p:txBody>
      </p:sp>
    </p:spTree>
    <p:extLst>
      <p:ext uri="{BB962C8B-B14F-4D97-AF65-F5344CB8AC3E}">
        <p14:creationId xmlns:p14="http://schemas.microsoft.com/office/powerpoint/2010/main" val="171801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C0A1-2322-AF46-2931-7FA516A4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03C5A-81EB-40F1-31CE-6D52FD526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baseline with conventional CNN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calculation backbone for a topological prior (statistical voting as pooling)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full framework with corresponding noise injection mechanism.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24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0F45C-92EF-8C2F-2285-608EA174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220BD6-E23D-F296-5DED-B2AC1D945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C40FA2-304B-8A47-A060-6D1D8647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18" y="1690688"/>
            <a:ext cx="9309847" cy="304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5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F5307-1699-6916-2578-B7CA6F0D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E29D-D5EE-5F77-F8C8-C51B32A1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8C4C1-B336-F643-2780-02AF391F5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338" y="1592542"/>
            <a:ext cx="76677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12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03B1-574E-60C1-F2BB-1E8DE608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 Implications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40B99-5DED-4842-1806-2CF33B38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topological prior DOE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improve generalization gap.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injected noise itself cannot help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regulatization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the PDE, which makes sense as it is designed to remove topological collapse.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attractor voting itself is a very strong mechanism that greatly boosts the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8689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04D-E193-7B37-5825-B013131F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Artifact Results and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C880B-7C68-0D50-08C4-EE6D5526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Allen Cahn </a:t>
            </a:r>
            <a:r>
              <a:rPr lang="en-US" altLang="zh-CN" dirty="0"/>
              <a:t>prior has been imprinted, and the weights are essentially conditionally robust against changes to numerical integration. </a:t>
            </a:r>
          </a:p>
          <a:p>
            <a:r>
              <a:rPr lang="en-US" altLang="zh-CN" dirty="0"/>
              <a:t>The indicates accuracy preservation in quantization for deployment. </a:t>
            </a:r>
          </a:p>
          <a:p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D35B2-07D9-AAB7-248C-C8207337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82" y="3834000"/>
            <a:ext cx="4697506" cy="233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2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A2A1-4D98-CE8F-82EC-7E491FD9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BA22A-54DE-950E-7203-CF210FDBB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provided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ObserverNet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framework, which uses topological prior to achieve near-SOTA performance with 80x less parameters.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proved that under certain conditions, topological priors and statistical pooling for gradient cutoff are extremely beneficial for reduction of overfitting.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provide a hardware-deployable artifact for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naval operations for this specific CV task.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54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E5F4-A518-C3EF-B60F-25BDBC4D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explorations by my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6E43-6010-B113-3259-1EE3A58D3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deployment simulation showed very promising results. </a:t>
            </a:r>
          </a:p>
          <a:p>
            <a:r>
              <a:rPr lang="en-US" dirty="0" err="1"/>
              <a:t>ObserverNet</a:t>
            </a:r>
            <a:r>
              <a:rPr lang="en-US" dirty="0"/>
              <a:t> </a:t>
            </a:r>
            <a:r>
              <a:rPr lang="en-US" altLang="zh-CN" dirty="0"/>
              <a:t>generalizable across many tasks, such as </a:t>
            </a:r>
            <a:r>
              <a:rPr lang="en-US" altLang="zh-CN" dirty="0" err="1"/>
              <a:t>RetinaMNIST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PDE priors are the ONLY known viable method for ELMs to learn complex env.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86C08F-1A96-75FD-AD1A-0D690E53B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62533"/>
            <a:ext cx="5708073" cy="220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4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F338-AD92-D3F0-EFAA-217A07124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6952B-9B39-D937-D391-2A4CB2437E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67096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vens-PowerPoint" id="{D48F752D-287D-2B4B-82B4-57709B00D05D}" vid="{35DEA829-156A-E945-921C-ABBABE4E1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Stevens-PowerPoint-Template</Template>
  <TotalTime>2773</TotalTime>
  <Words>436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ObserverNet A Topological Prior Framework on Sea State Recognition</vt:lpstr>
      <vt:lpstr>Application motivation</vt:lpstr>
      <vt:lpstr>Theoretical Motivation</vt:lpstr>
      <vt:lpstr>Current Solutions</vt:lpstr>
      <vt:lpstr>Research Gap Addressed </vt:lpstr>
      <vt:lpstr>Methodology</vt:lpstr>
      <vt:lpstr>Architecture</vt:lpstr>
      <vt:lpstr>Training Results</vt:lpstr>
      <vt:lpstr>Training Results Implications</vt:lpstr>
      <vt:lpstr>Artifact Results and Implications</vt:lpstr>
      <vt:lpstr>Contribution and Conclusion</vt:lpstr>
      <vt:lpstr>Further explorations by my team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Hanyue Shen</dc:creator>
  <cp:lastModifiedBy>Hanyue Shen</cp:lastModifiedBy>
  <cp:revision>2</cp:revision>
  <dcterms:created xsi:type="dcterms:W3CDTF">2026-03-23T02:31:14Z</dcterms:created>
  <dcterms:modified xsi:type="dcterms:W3CDTF">2026-04-20T19:25:13Z</dcterms:modified>
</cp:coreProperties>
</file>